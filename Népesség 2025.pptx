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59A8A9-D328-4497-98ED-6EEF786C8B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7C40174-C387-45A1-BD07-3FBAECAD0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111A13-B387-408C-8088-9C0878CD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EA5404-7128-4936-9AE0-9E520713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502B009-2668-4610-A5C5-ECFCE7B3F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815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6721E-7611-4384-B92D-6FAA3790C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9AAE11-8961-4BC2-863E-DAD7953C3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F504D60-44F9-4F3D-AEE2-2631D23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9838CD-EA22-4A73-864D-E546B224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05E685-257C-4345-B5C9-8CF1DBD8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056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B26666-A3CC-4E1D-A151-1C13BF32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E70E183-2D4B-4E1C-99DD-5AFE8A9ABE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B8FB8F9-15F4-4A03-B38D-278CDD479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B048FB-D923-43E1-888B-DFA95B729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B65775-8CAC-4EE6-B179-03D88D80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4384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3595-1180-4CAE-9E0B-D342A4BB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17907-E1B7-4644-990C-4F857D38C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B4F4BD-6D94-41FC-9FB5-F9AC9F414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568FE02-38E3-433A-B0D4-D37A0041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B819C56-FDE2-40B2-AAC5-BC8B526F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3853D1C-1BBA-4B07-901B-1CA2BF79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7536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B3A47A-B180-4D48-A5F3-181F10CD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4D8127-8E90-4E0B-898F-121B2A39A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C8706E-50D0-45D9-9F4E-86DC8D0EA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752AE89-FDA6-48B9-965D-D09559C3B6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3214065-0B40-44FC-B880-1AD66A2DAF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293B4879-3BFB-4252-91F9-A43F5A794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821AA45-BD0E-49EA-9CA5-B06A2643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B7F8FC9-A02C-4008-ADDE-13385055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0107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23E1E8-6545-4117-8258-5F64C6438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41E7955-505F-4A87-8C82-63C5B06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985B25D-75CF-4BDB-A128-D62915D3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470D140-E745-4220-B49A-F0A34C09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5267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2F951FE-B42D-42C8-8DEF-63C9E703E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F15C550-AF30-4848-9A6A-F373AD677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29EA4BF-3232-4F96-8FA9-4E30EA4F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5527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E7D22D-B38D-40FF-9C8A-6C7618A65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747D03-44E6-4691-9188-5B85056C7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7E4EA6B-E60B-4A10-B195-1C3499EE18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48E054-DE8F-40BD-A256-19105D43E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83A4E57-112E-4931-BEC8-CD5E83187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C913B5-7D5E-4EEB-82DD-97EFEB50F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777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78E764-08C5-4AE7-9663-80704B10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C8735A6-49B4-4407-934A-15B34D4FBB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3EADAF9-257D-4322-9BEE-694162799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C492132-310D-4BCF-A4B5-907612D6D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98EB277-92D0-4752-B899-CC3EF321F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2C1EE1-8617-4C78-8E9E-6837C373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212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8E974F-D360-497C-BCCB-20C6CCD78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C162357-4648-4486-9175-F2207AB3C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25F4073-4075-41CD-8C07-29773B131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191C270-D210-4563-8B33-A825F8CBD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230593-F6D4-4F99-AE11-0E127FC2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156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C455988-BED8-4763-9393-99715F93E7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46C668B-63BD-4B32-AD65-A779B7256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F710391-4735-49EF-B59C-86DA0B25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E79C65-7D1D-4F7E-AC3A-90C75F4E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B42F62-E5F1-4408-88CB-9C6F9E65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7017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5749C91-D825-4F73-9973-C8F09DCD6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0808F40-93ED-4EE0-A3DB-B0B41BAC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7CEFF-2C68-491A-B702-C876D666C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C76379-3D6E-40BA-A44C-3D5E7FAE47E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80AFA01-7250-4DF5-8FFD-6A58C0E38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B3027A7-5041-443F-87F2-A56A91CB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372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35795D0-FA23-4D39-A444-0D8FA9AAAA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6600" dirty="0">
                <a:latin typeface="Bahnschrift SemiBold SemiConden" panose="020B0502040204020203" pitchFamily="34" charset="0"/>
              </a:rPr>
              <a:t>Népesség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884F986-DFD8-464F-B6C6-4561A600CD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Készítette: Farkas Márton Kende, Debreceni Dorián</a:t>
            </a:r>
          </a:p>
        </p:txBody>
      </p:sp>
    </p:spTree>
    <p:extLst>
      <p:ext uri="{BB962C8B-B14F-4D97-AF65-F5344CB8AC3E}">
        <p14:creationId xmlns:p14="http://schemas.microsoft.com/office/powerpoint/2010/main" val="3760132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9E8F3F3D-6BC9-4A25-8A0E-436E6ED49532}"/>
              </a:ext>
            </a:extLst>
          </p:cNvPr>
          <p:cNvSpPr/>
          <p:nvPr/>
        </p:nvSpPr>
        <p:spPr>
          <a:xfrm>
            <a:off x="170758" y="71131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ADATBETÖLTÉS</a:t>
            </a:r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93F3B3F4-DA24-4F16-BD48-28454BDE14A8}"/>
              </a:ext>
            </a:extLst>
          </p:cNvPr>
          <p:cNvSpPr/>
          <p:nvPr/>
        </p:nvSpPr>
        <p:spPr>
          <a:xfrm>
            <a:off x="4210639" y="71131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MEGYE ADATAI</a:t>
            </a:r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FAC67B0C-4F5D-4B61-B993-533CB8C6D771}"/>
              </a:ext>
            </a:extLst>
          </p:cNvPr>
          <p:cNvSpPr/>
          <p:nvPr/>
        </p:nvSpPr>
        <p:spPr>
          <a:xfrm>
            <a:off x="8250520" y="71131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TELEPÜLÉS TÍPUSAI</a:t>
            </a:r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DD610A53-CBF5-4F27-9B9E-DC13F38CE487}"/>
              </a:ext>
            </a:extLst>
          </p:cNvPr>
          <p:cNvSpPr/>
          <p:nvPr/>
        </p:nvSpPr>
        <p:spPr>
          <a:xfrm>
            <a:off x="4210639" y="3684723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HIBAKEZELÉS</a:t>
            </a: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0DD73532-CF41-46FA-BBC2-B79756194F3B}"/>
              </a:ext>
            </a:extLst>
          </p:cNvPr>
          <p:cNvSpPr/>
          <p:nvPr/>
        </p:nvSpPr>
        <p:spPr>
          <a:xfrm>
            <a:off x="170758" y="3687286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LAPOZÓS LISTÁZÁS</a:t>
            </a:r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247A1994-0C1A-4646-810E-C1E1B3A7D880}"/>
              </a:ext>
            </a:extLst>
          </p:cNvPr>
          <p:cNvSpPr/>
          <p:nvPr/>
        </p:nvSpPr>
        <p:spPr>
          <a:xfrm>
            <a:off x="8250520" y="3684723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KILÉPÉS</a:t>
            </a:r>
          </a:p>
        </p:txBody>
      </p:sp>
    </p:spTree>
    <p:extLst>
      <p:ext uri="{BB962C8B-B14F-4D97-AF65-F5344CB8AC3E}">
        <p14:creationId xmlns:p14="http://schemas.microsoft.com/office/powerpoint/2010/main" val="3361908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9AA1C2-B8E8-4E71-ADB3-C402CABB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ADATBETÖLTÉS ÉS SZERKEZET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9BA9446-C7E2-4616-ABD1-DD036E3BC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Pontosvesszős Elválasztás</a:t>
            </a:r>
          </a:p>
          <a:p>
            <a:r>
              <a:rPr lang="hu-HU" dirty="0"/>
              <a:t>Kiszámítja  az </a:t>
            </a:r>
            <a:r>
              <a:rPr lang="hu-HU" dirty="0" err="1"/>
              <a:t>össz</a:t>
            </a:r>
            <a:r>
              <a:rPr lang="hu-HU" dirty="0"/>
              <a:t> értéket </a:t>
            </a:r>
          </a:p>
          <a:p>
            <a:pPr marL="0" indent="0">
              <a:buNone/>
            </a:pPr>
            <a:r>
              <a:rPr lang="hu-HU" dirty="0"/>
              <a:t>   (férfi + női lakosság)</a:t>
            </a:r>
          </a:p>
        </p:txBody>
      </p:sp>
    </p:spTree>
    <p:extLst>
      <p:ext uri="{BB962C8B-B14F-4D97-AF65-F5344CB8AC3E}">
        <p14:creationId xmlns:p14="http://schemas.microsoft.com/office/powerpoint/2010/main" val="1615445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E4DC2C-CE43-4AFF-90E7-099C893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>
                <a:solidFill>
                  <a:schemeClr val="bg1"/>
                </a:solidFill>
                <a:latin typeface="Bahnschrift SemiBold SemiConden" panose="020B0502040204020203" pitchFamily="34" charset="0"/>
              </a:rPr>
              <a:t>MEGYE ADATAI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2C243-BB74-4DCD-889F-A858CD3E1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73732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Office PowerPoint</Application>
  <PresentationFormat>Szélesvásznú</PresentationFormat>
  <Paragraphs>13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9" baseType="lpstr">
      <vt:lpstr>Arial</vt:lpstr>
      <vt:lpstr>Bahnschrift SemiBold SemiConden</vt:lpstr>
      <vt:lpstr>Calibri</vt:lpstr>
      <vt:lpstr>Calibri Light</vt:lpstr>
      <vt:lpstr>Office-téma</vt:lpstr>
      <vt:lpstr>Népesség 2025</vt:lpstr>
      <vt:lpstr>PowerPoint-bemutató</vt:lpstr>
      <vt:lpstr>ADATBETÖLTÉS ÉS SZERKEZET</vt:lpstr>
      <vt:lpstr>MEGYE ADATAI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</dc:title>
  <dc:creator>Debreceni Dorián</dc:creator>
  <cp:lastModifiedBy>Debreceni Dorián</cp:lastModifiedBy>
  <cp:revision>7</cp:revision>
  <dcterms:created xsi:type="dcterms:W3CDTF">2026-09-11T07:53:11Z</dcterms:created>
  <dcterms:modified xsi:type="dcterms:W3CDTF">2026-09-15T12:33:45Z</dcterms:modified>
</cp:coreProperties>
</file>